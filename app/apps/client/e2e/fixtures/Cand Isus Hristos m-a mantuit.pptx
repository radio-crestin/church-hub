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ro-R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0B87928-083E-4F57-B173-6F69C6642F5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DA191F7-DDDB-E7B4-191D-8D941FF21A9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FF9AA34-C683-4D6B-90F8-606A4E1CDC3A}" type="datetimeFigureOut">
              <a:rPr lang="en-US" altLang="en-US"/>
              <a:pPr>
                <a:defRPr/>
              </a:pPr>
              <a:t>3/22/2026</a:t>
            </a:fld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12A09A8-57D1-BFEA-4556-6F26EA0BC9ED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1693BA38-C81B-AE72-D989-A001E65BF03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0BF2AC55-1EA2-0A9D-2AB8-773207A4AB0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8A104A94-EECE-D454-9415-4AA8A380ED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A5FD8DE-1186-4F94-81E3-CF7F2D9E8F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4858378-3705-44D3-9FA4-0B6B4905E8E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92592BF-B89F-07BF-7C96-A86C4F9508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98F66F1B-A18D-F543-18C3-3C3AE9A3BC02}"/>
              </a:ext>
            </a:extLst>
          </p:cNvPr>
          <p:cNvSpPr>
            <a:spLocks/>
          </p:cNvSpPr>
          <p:nvPr/>
        </p:nvSpPr>
        <p:spPr bwMode="auto">
          <a:xfrm>
            <a:off x="285750" y="2803525"/>
            <a:ext cx="1588" cy="3035300"/>
          </a:xfrm>
          <a:custGeom>
            <a:avLst/>
            <a:gdLst>
              <a:gd name="T0" fmla="*/ 0 w 1588"/>
              <a:gd name="T1" fmla="*/ 0 h 1912"/>
              <a:gd name="T2" fmla="*/ 0 w 1588"/>
              <a:gd name="T3" fmla="*/ 15120938 h 1912"/>
              <a:gd name="T4" fmla="*/ 0 w 1588"/>
              <a:gd name="T5" fmla="*/ 15120938 h 1912"/>
              <a:gd name="T6" fmla="*/ 0 w 1588"/>
              <a:gd name="T7" fmla="*/ 151209375 h 1912"/>
              <a:gd name="T8" fmla="*/ 0 w 1588"/>
              <a:gd name="T9" fmla="*/ 2147483646 h 1912"/>
              <a:gd name="T10" fmla="*/ 0 w 1588"/>
              <a:gd name="T11" fmla="*/ 2147483646 h 1912"/>
              <a:gd name="T12" fmla="*/ 0 w 1588"/>
              <a:gd name="T13" fmla="*/ 0 h 1912"/>
              <a:gd name="T14" fmla="*/ 0 w 1588"/>
              <a:gd name="T15" fmla="*/ 0 h 191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588" h="1912">
                <a:moveTo>
                  <a:pt x="0" y="0"/>
                </a:move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997075"/>
            <a:ext cx="7772400" cy="1431925"/>
          </a:xfrm>
        </p:spPr>
        <p:txBody>
          <a:bodyPr anchor="b" anchorCtr="1"/>
          <a:lstStyle>
            <a:lvl1pPr algn="ctr"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DD8D428-8354-21D5-637F-21E97D60507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A035564-9D38-9BE6-16FE-3BC63C1E23C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92BA4-381C-4507-8A80-30417C4B3F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A030336-2893-C2B5-B06B-0A7546C4CC6C}"/>
              </a:ext>
            </a:extLst>
          </p:cNvPr>
          <p:cNvSpPr>
            <a:spLocks noGrp="1" noChangeArrowheads="1"/>
          </p:cNvSpPr>
          <p:nvPr>
            <p:ph type="dt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362A3B-CAD0-49D9-8F43-8C38665D0C4B}" type="datetimeFigureOut">
              <a:rPr lang="en-US" altLang="en-US"/>
              <a:pPr>
                <a:defRPr/>
              </a:pPr>
              <a:t>3/22/2026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5960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002123-C35E-4D02-38B9-A20F8D3F8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DA426-E03D-478D-B1FD-F3D685DF2F95}" type="datetimeFigureOut">
              <a:rPr lang="en-US" altLang="en-US"/>
              <a:pPr>
                <a:defRPr/>
              </a:pPr>
              <a:t>3/22/2026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AEC3AEB-35DB-C29E-A6CD-9A3A3A8D44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6D3BFA-3282-1913-ECAA-2808124B19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CBD790-FD2E-4C7D-AE79-1F64B223CE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703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681202-96FA-66FA-76B2-7EB5126DE2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E5341-9223-413B-ADC8-EA085664F066}" type="datetimeFigureOut">
              <a:rPr lang="en-US" altLang="en-US"/>
              <a:pPr>
                <a:defRPr/>
              </a:pPr>
              <a:t>3/22/2026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E7773B-CB1A-B972-0648-A186687D84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78C8A9-2455-237F-BBB5-0520120735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D0B81-07DF-4472-9BFB-49848F5CA3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6316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114800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4114800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6D2B95-93F2-5092-7111-080EAC6325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60D6D0-D95C-4BDA-AE0E-0A1BB2A92E0B}" type="datetimeFigureOut">
              <a:rPr lang="en-US" altLang="en-US"/>
              <a:pPr>
                <a:defRPr/>
              </a:pPr>
              <a:t>3/22/2026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E53E94-E02A-7591-360A-85FE2CDB2A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0D8AA9-41B5-3E80-3ECC-609F59F0B3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40B124-40F5-499C-ADBC-773C43EC5B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0563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2C9DFFA-6563-E41F-D9FB-FAC6F78B12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CF54C3-AEB3-44B0-BE99-4046D48D112B}" type="datetimeFigureOut">
              <a:rPr lang="en-US" altLang="en-US"/>
              <a:pPr>
                <a:defRPr/>
              </a:pPr>
              <a:t>3/22/2026</a:t>
            </a:fld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81D5686-5260-37BB-4D4D-94878D2ABC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4156FB9-BA2A-B380-2513-4E5916A50B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C3485E-1C2F-4F83-A588-CC675C1389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6182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70142DB-8B25-D867-1CBF-1BF782A6D4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BA0F4E-D6ED-4AA6-AE1D-CBB91210CA01}" type="datetimeFigureOut">
              <a:rPr lang="en-US" altLang="en-US"/>
              <a:pPr>
                <a:defRPr/>
              </a:pPr>
              <a:t>3/22/2026</a:t>
            </a:fld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0E51464-6253-B923-F596-8E4667267D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CE5983F-3E31-D33D-6B41-9735E374A5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A4D21D-B815-44DE-82A6-87DBC9CBFD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0287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966F988-5367-66C3-D94D-C1BBA50519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5B4FC-8793-46D9-BA3C-8C83E51A2FDD}" type="datetimeFigureOut">
              <a:rPr lang="en-US" altLang="en-US"/>
              <a:pPr>
                <a:defRPr/>
              </a:pPr>
              <a:t>3/22/2026</a:t>
            </a:fld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E19F3F5-5F6C-56FF-6C5F-F33F44CC4C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55752C5-56B5-8527-CA06-1493A3AEBC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096861-F442-49C8-A7F1-4E96502EE6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646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5EFCDC-219A-6FFF-4747-C137E25F49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7BC5D-C550-4DA1-9D32-27432E54F807}" type="datetimeFigureOut">
              <a:rPr lang="en-US" altLang="en-US"/>
              <a:pPr>
                <a:defRPr/>
              </a:pPr>
              <a:t>3/22/2026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823526-0EF6-96B1-F6E5-72A964DECF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0005C-F7C2-AACF-A18A-1C0A3CD3A2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494569-F595-4170-9F98-176E38D5EB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3783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3A741E-E129-0AC8-3487-9C9EB2381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CEEA62-767C-4B86-AF41-3F148F38D411}" type="datetimeFigureOut">
              <a:rPr lang="en-US" altLang="en-US"/>
              <a:pPr>
                <a:defRPr/>
              </a:pPr>
              <a:t>3/22/2026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B21209-B589-E440-47FC-E87E469B6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049824-FCB3-13CB-54B3-AD059FF334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125CF7-613C-4F82-90B7-5CCF2BC90F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035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546C7AE-F588-2056-919B-CA7EA545DE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058069-F069-4965-AA6D-8A0EDD0B993E}" type="datetimeFigureOut">
              <a:rPr lang="en-US" altLang="en-US"/>
              <a:pPr>
                <a:defRPr/>
              </a:pPr>
              <a:t>3/22/2026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7AEEE7-6343-F151-C084-8AE9686830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7F04FF-85FC-0F0A-2E24-796D56992D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AE6A4C-BB9E-4ACE-B8B5-1E4A1BCC66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3702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629400" y="292100"/>
            <a:ext cx="2057400" cy="5727700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457200" y="292100"/>
            <a:ext cx="6019800" cy="5727700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EC5A70-AB31-601D-8BCC-ADF21F237B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E37FB4-1433-457E-AD7C-4E7651BE8F76}" type="datetimeFigureOut">
              <a:rPr lang="en-US" altLang="en-US"/>
              <a:pPr>
                <a:defRPr/>
              </a:pPr>
              <a:t>3/22/2026</a:t>
            </a:fld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0AC44A-2BCF-F408-E6B0-02B4B09761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DD7BE3-C866-931D-650C-661E87E637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B80AF7-7075-45EB-A995-7C673AAFA6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85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bg1"/>
              <a:srgbClr val="FFFFFF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D8D3D08-DC52-0BE6-5BF9-9655A8DF7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2100"/>
            <a:ext cx="8229600" cy="1384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A15B9C1-47BC-889F-2760-1B8EB656C8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554905C5-9E72-299E-03DA-0630F25AAF0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04B38F1-ECD2-4C6B-B4A9-C76504D9CCCE}" type="datetimeFigureOut">
              <a:rPr lang="en-US" altLang="en-US"/>
              <a:pPr>
                <a:defRPr/>
              </a:pPr>
              <a:t>3/22/2026</a:t>
            </a:fld>
            <a:endParaRPr lang="en-US" altLang="en-US"/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8FA9741A-7E6D-427A-A3DD-5D5B1D9922B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75D695B0-8E04-4DD1-18C6-E7F99E680D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6953617-CC20-41FF-9E77-4E4AED007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8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Tahoma" panose="020B0604030504040204" pitchFamily="34" charset="0"/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Tahoma" panose="020B0604030504040204" pitchFamily="34" charset="0"/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9569443-B7DB-EC52-9037-41FC6B5C1457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52400" y="1295400"/>
            <a:ext cx="8991600" cy="1470025"/>
          </a:xfrm>
        </p:spPr>
        <p:txBody>
          <a:bodyPr/>
          <a:lstStyle/>
          <a:p>
            <a:pPr eaLnBrk="1" hangingPunct="1">
              <a:defRPr/>
            </a:pPr>
            <a:r>
              <a:rPr lang="ro-RO" altLang="en-US" sz="3800" b="1"/>
              <a:t>1.Când Isus Hristos m-a mântuit</a:t>
            </a:r>
            <a:br>
              <a:rPr lang="ro-RO" altLang="en-US" sz="3800" b="1"/>
            </a:br>
            <a:r>
              <a:rPr lang="en-US" altLang="en-US" sz="3800" b="1"/>
              <a:t>   </a:t>
            </a:r>
            <a:r>
              <a:rPr lang="ro-RO" altLang="en-US" sz="3800" b="1"/>
              <a:t>Har din harul Său El mi-a dăruit</a:t>
            </a:r>
            <a:br>
              <a:rPr lang="ro-RO" altLang="en-US" sz="3800" b="1"/>
            </a:br>
            <a:r>
              <a:rPr lang="en-US" altLang="en-US" sz="3800" b="1"/>
              <a:t>   </a:t>
            </a:r>
            <a:r>
              <a:rPr lang="ro-RO" altLang="en-US" sz="3800" b="1"/>
              <a:t>Pacea Lui mă face fericit</a:t>
            </a:r>
            <a:br>
              <a:rPr lang="ro-RO" altLang="en-US" sz="3800" b="1"/>
            </a:br>
            <a:r>
              <a:rPr lang="en-US" altLang="en-US" sz="3800" b="1"/>
              <a:t>   </a:t>
            </a:r>
            <a:r>
              <a:rPr lang="ro-RO" altLang="en-US" sz="3800" b="1"/>
              <a:t>Şi mă-ndeamnă-ntruna ca să Îi cânt.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589AE90-B8EF-C13A-8E43-81DAC8892E1C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52400" y="3733800"/>
            <a:ext cx="8991600" cy="17526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ro-RO" altLang="en-US" sz="3800" b="1" i="1" dirty="0"/>
              <a:t>/: Doamne Te slăvesc </a:t>
            </a:r>
            <a:r>
              <a:rPr lang="ro-RO" altLang="en-US" sz="3800" b="1" i="1" dirty="0" err="1"/>
              <a:t>şi</a:t>
            </a:r>
            <a:r>
              <a:rPr lang="ro-RO" altLang="en-US" sz="3800" b="1" i="1" dirty="0"/>
              <a:t> </a:t>
            </a:r>
            <a:r>
              <a:rPr lang="ro-RO" altLang="en-US" sz="3800" b="1" i="1" dirty="0" err="1"/>
              <a:t>Îţi</a:t>
            </a:r>
            <a:r>
              <a:rPr lang="ro-RO" altLang="en-US" sz="3800" b="1" i="1" dirty="0"/>
              <a:t> </a:t>
            </a:r>
            <a:r>
              <a:rPr lang="ro-RO" altLang="en-US" sz="3800" b="1" i="1" dirty="0" err="1"/>
              <a:t>mulţumesc</a:t>
            </a:r>
            <a:endParaRPr lang="ro-RO" altLang="en-US" sz="3800" b="1" i="1" dirty="0"/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3800" b="1" i="1" dirty="0"/>
              <a:t>   </a:t>
            </a:r>
            <a:r>
              <a:rPr lang="ro-RO" altLang="en-US" sz="3800" b="1" i="1" dirty="0"/>
              <a:t>Pentru bunătatea-</a:t>
            </a:r>
            <a:r>
              <a:rPr lang="ro-RO" altLang="en-US" sz="3800" b="1" i="1" dirty="0" err="1"/>
              <a:t>Ţi</a:t>
            </a:r>
            <a:r>
              <a:rPr lang="ro-RO" altLang="en-US" sz="3800" b="1" i="1" dirty="0"/>
              <a:t> mare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3800" b="1" i="1" dirty="0"/>
              <a:t>   </a:t>
            </a:r>
            <a:r>
              <a:rPr lang="ro-RO" altLang="en-US" sz="3800" b="1" i="1" dirty="0"/>
              <a:t>Pentru încercări, binecuvântări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3800" b="1" i="1" dirty="0"/>
              <a:t>   </a:t>
            </a:r>
            <a:r>
              <a:rPr lang="ro-RO" altLang="en-US" sz="3800" b="1" i="1" dirty="0"/>
              <a:t>Doamne azi </a:t>
            </a:r>
            <a:r>
              <a:rPr lang="ro-RO" altLang="en-US" sz="3800" b="1" i="1" dirty="0" err="1"/>
              <a:t>Îţi</a:t>
            </a:r>
            <a:r>
              <a:rPr lang="ro-RO" altLang="en-US" sz="3800" b="1" i="1" dirty="0"/>
              <a:t> </a:t>
            </a:r>
            <a:r>
              <a:rPr lang="ro-RO" altLang="en-US" sz="3800" b="1" i="1" dirty="0" err="1"/>
              <a:t>mulţumesc</a:t>
            </a:r>
            <a:r>
              <a:rPr lang="ro-RO" altLang="en-US" sz="3800" b="1" i="1" dirty="0"/>
              <a:t>. :/</a:t>
            </a:r>
          </a:p>
        </p:txBody>
      </p:sp>
      <p:sp>
        <p:nvSpPr>
          <p:cNvPr id="4100" name="Text Box 5">
            <a:extLst>
              <a:ext uri="{FF2B5EF4-FFF2-40B4-BE49-F238E27FC236}">
                <a16:creationId xmlns:a16="http://schemas.microsoft.com/office/drawing/2014/main" id="{391F5E48-CD05-AA78-A0B4-D8C29FBBD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6192838"/>
            <a:ext cx="1219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/>
              <a:t>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AA72AA02-AF0D-EE1D-05A6-858BCD3E5671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52400" y="1295400"/>
            <a:ext cx="8991600" cy="1470025"/>
          </a:xfrm>
        </p:spPr>
        <p:txBody>
          <a:bodyPr/>
          <a:lstStyle/>
          <a:p>
            <a:pPr eaLnBrk="1" hangingPunct="1">
              <a:defRPr/>
            </a:pPr>
            <a:r>
              <a:rPr lang="ro-RO" altLang="en-US" sz="3800" b="1"/>
              <a:t>2.Viaţa mea-mpreună cu Isus</a:t>
            </a:r>
            <a:br>
              <a:rPr lang="ro-RO" altLang="en-US" sz="3800" b="1"/>
            </a:br>
            <a:r>
              <a:rPr lang="en-US" altLang="en-US" sz="3800" b="1"/>
              <a:t>   </a:t>
            </a:r>
            <a:r>
              <a:rPr lang="ro-RO" altLang="en-US" sz="3800" b="1"/>
              <a:t>E un cer senin, cer de soare plin</a:t>
            </a:r>
            <a:br>
              <a:rPr lang="ro-RO" altLang="en-US" sz="3800" b="1"/>
            </a:br>
            <a:r>
              <a:rPr lang="en-US" altLang="en-US" sz="3800" b="1"/>
              <a:t>   </a:t>
            </a:r>
            <a:r>
              <a:rPr lang="ro-RO" altLang="en-US" sz="3800" b="1"/>
              <a:t>Frică, griji, nevoi eu nu cunosc</a:t>
            </a:r>
            <a:br>
              <a:rPr lang="ro-RO" altLang="en-US" sz="3800" b="1"/>
            </a:br>
            <a:r>
              <a:rPr lang="en-US" altLang="en-US" sz="3800" b="1"/>
              <a:t>   </a:t>
            </a:r>
            <a:r>
              <a:rPr lang="ro-RO" altLang="en-US" sz="3800" b="1"/>
              <a:t>Căci de toate de la El primesc.</a:t>
            </a:r>
          </a:p>
        </p:txBody>
      </p:sp>
      <p:sp>
        <p:nvSpPr>
          <p:cNvPr id="6147" name="Rectangle 10">
            <a:extLst>
              <a:ext uri="{FF2B5EF4-FFF2-40B4-BE49-F238E27FC236}">
                <a16:creationId xmlns:a16="http://schemas.microsoft.com/office/drawing/2014/main" id="{0246774A-1889-DAB9-7F48-080C43291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733800"/>
            <a:ext cx="8991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ro-RO" altLang="en-US" sz="3800" b="1" i="1">
                <a:latin typeface="Arial" panose="020B0604020202020204" pitchFamily="34" charset="0"/>
              </a:rPr>
              <a:t>/: Doamne Te slăvesc şi Îţi mulţumesc</a:t>
            </a:r>
          </a:p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en-US" sz="3800" b="1" i="1">
                <a:latin typeface="Arial" panose="020B0604020202020204" pitchFamily="34" charset="0"/>
              </a:rPr>
              <a:t>   </a:t>
            </a:r>
            <a:r>
              <a:rPr lang="ro-RO" altLang="en-US" sz="3800" b="1" i="1">
                <a:latin typeface="Arial" panose="020B0604020202020204" pitchFamily="34" charset="0"/>
              </a:rPr>
              <a:t>Pentru bunătatea-Ţi mare</a:t>
            </a:r>
          </a:p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en-US" sz="3800" b="1" i="1">
                <a:latin typeface="Arial" panose="020B0604020202020204" pitchFamily="34" charset="0"/>
              </a:rPr>
              <a:t>   </a:t>
            </a:r>
            <a:r>
              <a:rPr lang="ro-RO" altLang="en-US" sz="3800" b="1" i="1">
                <a:latin typeface="Arial" panose="020B0604020202020204" pitchFamily="34" charset="0"/>
              </a:rPr>
              <a:t>Pentru încercări, binecuvântări</a:t>
            </a:r>
          </a:p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en-US" sz="3800" b="1" i="1">
                <a:latin typeface="Arial" panose="020B0604020202020204" pitchFamily="34" charset="0"/>
              </a:rPr>
              <a:t>   </a:t>
            </a:r>
            <a:r>
              <a:rPr lang="ro-RO" altLang="en-US" sz="3800" b="1" i="1">
                <a:latin typeface="Arial" panose="020B0604020202020204" pitchFamily="34" charset="0"/>
              </a:rPr>
              <a:t>Doamne azi Îţi mulţumesc.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FF5A65E6-B37A-957F-22C0-862E3AB2990E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52400" y="1295400"/>
            <a:ext cx="8991600" cy="1470025"/>
          </a:xfrm>
        </p:spPr>
        <p:txBody>
          <a:bodyPr/>
          <a:lstStyle/>
          <a:p>
            <a:pPr eaLnBrk="1" hangingPunct="1">
              <a:defRPr/>
            </a:pPr>
            <a:r>
              <a:rPr lang="ro-RO" altLang="en-US" sz="3800" b="1"/>
              <a:t>3.Vreau să ştie toţi că-s fericit</a:t>
            </a:r>
            <a:br>
              <a:rPr lang="ro-RO" altLang="en-US" sz="3800" b="1"/>
            </a:br>
            <a:r>
              <a:rPr lang="en-US" altLang="en-US" sz="3800" b="1"/>
              <a:t>   </a:t>
            </a:r>
            <a:r>
              <a:rPr lang="ro-RO" altLang="en-US" sz="3800" b="1"/>
              <a:t>Cu Isus al meu ce m-a mântuit,</a:t>
            </a:r>
            <a:br>
              <a:rPr lang="ro-RO" altLang="en-US" sz="3800" b="1"/>
            </a:br>
            <a:r>
              <a:rPr lang="en-US" altLang="en-US" sz="3800" b="1"/>
              <a:t>   </a:t>
            </a:r>
            <a:r>
              <a:rPr lang="ro-RO" altLang="en-US" sz="3800" b="1"/>
              <a:t>Vreau de-acum doar Lui să Îi slujesc</a:t>
            </a:r>
            <a:br>
              <a:rPr lang="ro-RO" altLang="en-US" sz="3800" b="1"/>
            </a:br>
            <a:r>
              <a:rPr lang="en-US" altLang="en-US" sz="3800" b="1"/>
              <a:t>   </a:t>
            </a:r>
            <a:r>
              <a:rPr lang="ro-RO" altLang="en-US" sz="3800" b="1"/>
              <a:t>Prin viaţa mea să-I mulţumesc.</a:t>
            </a:r>
          </a:p>
        </p:txBody>
      </p:sp>
      <p:sp>
        <p:nvSpPr>
          <p:cNvPr id="7171" name="Text Box 7">
            <a:extLst>
              <a:ext uri="{FF2B5EF4-FFF2-40B4-BE49-F238E27FC236}">
                <a16:creationId xmlns:a16="http://schemas.microsoft.com/office/drawing/2014/main" id="{E8BF7E0E-F246-4FDA-BC37-9E155B709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6096000"/>
            <a:ext cx="137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Amin!</a:t>
            </a:r>
            <a:endParaRPr lang="ro-RO" altLang="en-US" sz="1800" b="1">
              <a:latin typeface="Arial" panose="020B0604020202020204" pitchFamily="34" charset="0"/>
            </a:endParaRPr>
          </a:p>
        </p:txBody>
      </p:sp>
      <p:sp>
        <p:nvSpPr>
          <p:cNvPr id="7172" name="Rectangle 8">
            <a:extLst>
              <a:ext uri="{FF2B5EF4-FFF2-40B4-BE49-F238E27FC236}">
                <a16:creationId xmlns:a16="http://schemas.microsoft.com/office/drawing/2014/main" id="{428E799C-828A-24D0-474F-AFFE4B168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733800"/>
            <a:ext cx="8991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ro-RO" altLang="en-US" sz="3800" b="1" i="1">
                <a:latin typeface="Arial" panose="020B0604020202020204" pitchFamily="34" charset="0"/>
              </a:rPr>
              <a:t>/: Doamne Te slăvesc şi Îţi mulţumesc</a:t>
            </a:r>
          </a:p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en-US" sz="3800" b="1" i="1">
                <a:latin typeface="Arial" panose="020B0604020202020204" pitchFamily="34" charset="0"/>
              </a:rPr>
              <a:t>   </a:t>
            </a:r>
            <a:r>
              <a:rPr lang="ro-RO" altLang="en-US" sz="3800" b="1" i="1">
                <a:latin typeface="Arial" panose="020B0604020202020204" pitchFamily="34" charset="0"/>
              </a:rPr>
              <a:t>Pentru bunătatea-Ţi mare</a:t>
            </a:r>
          </a:p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en-US" sz="3800" b="1" i="1">
                <a:latin typeface="Arial" panose="020B0604020202020204" pitchFamily="34" charset="0"/>
              </a:rPr>
              <a:t>   </a:t>
            </a:r>
            <a:r>
              <a:rPr lang="ro-RO" altLang="en-US" sz="3800" b="1" i="1">
                <a:latin typeface="Arial" panose="020B0604020202020204" pitchFamily="34" charset="0"/>
              </a:rPr>
              <a:t>Pentru încercări, binecuvântări</a:t>
            </a:r>
          </a:p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en-US" sz="3800" b="1" i="1">
                <a:latin typeface="Arial" panose="020B0604020202020204" pitchFamily="34" charset="0"/>
              </a:rPr>
              <a:t>   </a:t>
            </a:r>
            <a:r>
              <a:rPr lang="ro-RO" altLang="en-US" sz="3800" b="1" i="1">
                <a:latin typeface="Arial" panose="020B0604020202020204" pitchFamily="34" charset="0"/>
              </a:rPr>
              <a:t>Doamne azi Îţi mulţumesc.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">
  <a:themeElements>
    <a:clrScheme name="Ocean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Ocea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o-RO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o-RO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Ocean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Ocean</Template>
  <TotalTime>18</TotalTime>
  <Words>176</Words>
  <Application>Microsoft Office PowerPoint</Application>
  <PresentationFormat>Expunere pe ecran (4:3)</PresentationFormat>
  <Paragraphs>17</Paragraphs>
  <Slides>3</Slides>
  <Notes>1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</vt:i4>
      </vt:variant>
    </vt:vector>
  </HeadingPairs>
  <TitlesOfParts>
    <vt:vector size="8" baseType="lpstr">
      <vt:lpstr>Tahoma</vt:lpstr>
      <vt:lpstr>Arial</vt:lpstr>
      <vt:lpstr>Wingdings</vt:lpstr>
      <vt:lpstr>Calibri</vt:lpstr>
      <vt:lpstr>Ocean</vt:lpstr>
      <vt:lpstr>1.Când Isus Hristos m-a mântuit    Har din harul Său El mi-a dăruit    Pacea Lui mă face fericit    Şi mă-ndeamnă-ntruna ca să Îi cânt.</vt:lpstr>
      <vt:lpstr>2.Viaţa mea-mpreună cu Isus    E un cer senin, cer de soare plin    Frică, griji, nevoi eu nu cunosc    Căci de toate de la El primesc.</vt:lpstr>
      <vt:lpstr>3.Vreau să ştie toţi că-s fericit    Cu Isus al meu ce m-a mântuit,    Vreau de-acum doar Lui să Îi slujesc    Prin viaţa mea să-I mulţumesc.</vt:lpstr>
    </vt:vector>
  </TitlesOfParts>
  <Company>MAGO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Când Isus Hristos m-a mântuit  Har din harul Său El mi-a dăruit  Pacea Lui mă face fericit  Şi mă-ndeamnă-ntruna ca să Îi cânt.</dc:title>
  <dc:creator>MAGO</dc:creator>
  <cp:lastModifiedBy>Bcev Baicoi</cp:lastModifiedBy>
  <cp:revision>7</cp:revision>
  <dcterms:created xsi:type="dcterms:W3CDTF">2004-11-11T17:51:16Z</dcterms:created>
  <dcterms:modified xsi:type="dcterms:W3CDTF">2026-03-22T08:11:55Z</dcterms:modified>
</cp:coreProperties>
</file>